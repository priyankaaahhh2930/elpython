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8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13880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2600" y="285368"/>
            <a:ext cx="5181600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3200" dirty="0" smtClean="0">
                <a:latin typeface="Times New Roman"/>
                <a:cs typeface="Times New Roman"/>
              </a:rPr>
              <a:t>“</a:t>
            </a:r>
            <a:r>
              <a:rPr lang="en-US" sz="3200" dirty="0" smtClean="0">
                <a:latin typeface="Times New Roman"/>
                <a:cs typeface="Times New Roman"/>
              </a:rPr>
              <a:t>Hospital Management System</a:t>
            </a:r>
            <a:r>
              <a:rPr sz="3200" spc="-10" dirty="0" smtClean="0"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397" y="2238120"/>
            <a:ext cx="660145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1457325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 smtClean="0">
                <a:latin typeface="Times New Roman"/>
                <a:cs typeface="Times New Roman"/>
              </a:rPr>
              <a:t>By</a:t>
            </a:r>
            <a:endParaRPr lang="en-US" sz="2000" b="1" spc="-2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 smtClean="0">
                <a:latin typeface="Times New Roman"/>
                <a:cs typeface="Times New Roman"/>
              </a:rPr>
              <a:t>Priyanka Hajare (CM25104)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7422" y="3292240"/>
            <a:ext cx="2223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44282" cy="10173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5675" y="4662423"/>
            <a:ext cx="7997825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>
              <a:latin typeface="Times New Roman"/>
              <a:cs typeface="Times New Roman"/>
            </a:endParaRPr>
          </a:p>
          <a:p>
            <a:pPr marL="230886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TECHNOLOGY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MANAGEMENT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286000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>
              <a:latin typeface="Times New Roman"/>
              <a:cs typeface="Times New Roman"/>
            </a:endParaRPr>
          </a:p>
          <a:p>
            <a:pPr marL="483870">
              <a:lnSpc>
                <a:spcPts val="2315"/>
              </a:lnSpc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  <a:latin typeface="Calibri"/>
              </a:defRPr>
            </a:pPr>
            <a:r>
              <a:t>• Hospital operations involve patient registration, doctor management and appointment scheduling.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  <a:latin typeface="Calibri"/>
              </a:defRPr>
            </a:pPr>
            <a:r>
              <a:t>• Medical records, billing and pharmacy information must be maintained in an organized manner.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  <a:latin typeface="Calibri"/>
              </a:defRPr>
            </a:pPr>
            <a:r>
              <a:t>• Manual handling can make data management slower and more difficult.</a:t>
            </a:r>
          </a:p>
          <a:p>
            <a:pPr>
              <a:spcAft>
                <a:spcPts val="800"/>
              </a:spcAft>
              <a:defRPr sz="1900">
                <a:solidFill>
                  <a:srgbClr val="191919"/>
                </a:solidFill>
                <a:latin typeface="Calibri"/>
              </a:defRPr>
            </a:pPr>
            <a:r>
              <a:t>• The project develops an integrated Python-based Hospital Management System to manage these operations and generate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Calibri"/>
              </a:defRPr>
            </a:pPr>
            <a:r>
              <a:t>• Develop a Python application for managing major hospital operations.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Calibri"/>
              </a:defRPr>
            </a:pPr>
            <a:r>
              <a:t>• Maintain patient registration and doctor-related information.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Calibri"/>
              </a:defRPr>
            </a:pPr>
            <a:r>
              <a:t>• Manage appointments and medical records in an organized way.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Calibri"/>
              </a:defRPr>
            </a:pPr>
            <a:r>
              <a:t>• Handle billing and pharmacy management through the same system.</a:t>
            </a:r>
          </a:p>
          <a:p>
            <a:pPr>
              <a:spcAft>
                <a:spcPts val="800"/>
              </a:spcAft>
              <a:defRPr sz="2000">
                <a:solidFill>
                  <a:srgbClr val="191919"/>
                </a:solidFill>
                <a:latin typeface="Calibri"/>
              </a:defRPr>
            </a:pPr>
            <a:r>
              <a:t>• Generate useful reports from the available hospital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Start the Hospital Management System.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Display the main menu with hospital management options.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Accept and validate the user's choice.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Perform the selected operation: patient registration, doctor management, appointment, medical record, billing or pharmacy management.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Store or update the required information.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Generate reports when selected.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Return to the main menu until Exit is chosen.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Stop the program.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6.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0360" y="1143000"/>
            <a:ext cx="2788920" cy="56692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874519"/>
            <a:ext cx="2788920" cy="56692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Display Main Menu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606040"/>
            <a:ext cx="2788920" cy="56692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Enter User Choice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3337560"/>
            <a:ext cx="2788920" cy="56692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Process Selected Operation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069080"/>
            <a:ext cx="2788920" cy="56692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Store / Update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4800600"/>
            <a:ext cx="2788920" cy="566928"/>
          </a:xfrm>
          <a:prstGeom prst="roundRect">
            <a:avLst/>
          </a:prstGeom>
          <a:solidFill>
            <a:srgbClr val="F5F8FA"/>
          </a:solidFill>
          <a:ln w="1524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Generate Report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74820" y="1709928"/>
            <a:ext cx="0" cy="164591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74820" y="2441448"/>
            <a:ext cx="0" cy="164592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74820" y="3172968"/>
            <a:ext cx="0" cy="164592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74820" y="3904487"/>
            <a:ext cx="0" cy="164593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74820" y="4636008"/>
            <a:ext cx="0" cy="164592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46120" y="5623560"/>
            <a:ext cx="2057400" cy="530352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0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91919"/>
                </a:solidFill>
                <a:latin typeface="Arial"/>
              </a:defRPr>
            </a:pPr>
            <a:r>
              <a:t>Exit?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4820" y="5367528"/>
            <a:ext cx="0" cy="256032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7. Understanding of Python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" y="777240"/>
            <a:ext cx="1965960" cy="384048"/>
          </a:xfrm>
          <a:prstGeom prst="roundRect">
            <a:avLst/>
          </a:prstGeom>
          <a:solidFill>
            <a:srgbClr val="20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PYTHON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325880"/>
            <a:ext cx="5074920" cy="4526280"/>
          </a:xfrm>
          <a:prstGeom prst="roundRect">
            <a:avLst/>
          </a:prstGeom>
          <a:solidFill>
            <a:srgbClr val="242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63039"/>
            <a:ext cx="470915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# Main menu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print("1. Patient Registration")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print("2. Doctor Management")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print("3. Appointment Management")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print("4. Medical Records")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print("5. Billing")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print("6. Pharmacy Management")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choice = input("Enter choice: ")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if choice == "1":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    register_patient()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elif choice == "2":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    manage_doctor()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elif choice == "3":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    manage_appointment()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elif choice == "7":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    generate_report()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elif choice == "8":</a:t>
            </a:r>
          </a:p>
          <a:p>
            <a:pPr>
              <a:spcAft>
                <a:spcPts val="200"/>
              </a:spcAft>
              <a:defRPr sz="1350">
                <a:solidFill>
                  <a:srgbClr val="DCE1E6"/>
                </a:solidFill>
                <a:latin typeface="Consolas"/>
              </a:defRPr>
            </a:pPr>
            <a:r>
              <a:t>        break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777240"/>
            <a:ext cx="1691640" cy="384048"/>
          </a:xfrm>
          <a:prstGeom prst="roundRect">
            <a:avLst/>
          </a:prstGeom>
          <a:solidFill>
            <a:srgbClr val="20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LOGIC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1965960" cy="594360"/>
          </a:xfrm>
          <a:prstGeom prst="roundRect">
            <a:avLst/>
          </a:prstGeom>
          <a:solidFill>
            <a:srgbClr val="EBF2FA"/>
          </a:solidFill>
          <a:ln>
            <a:solidFill>
              <a:srgbClr val="20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91919"/>
                </a:solidFill>
                <a:latin typeface="Arial"/>
              </a:defRPr>
            </a:pPr>
            <a:r>
              <a:t>Menu-driven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03120"/>
            <a:ext cx="2331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Calibri"/>
              </a:defRPr>
            </a:pPr>
            <a:r>
              <a:t>• while loop keeps the system active until Exit.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Calibri"/>
              </a:defRPr>
            </a:pPr>
            <a:r>
              <a:t>• if-elif-else selects the required operation.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Calibri"/>
              </a:defRPr>
            </a:pPr>
            <a:r>
              <a:t>• Functions divide the system into separate modules.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Calibri"/>
              </a:defRPr>
            </a:pPr>
            <a:r>
              <a:t>• Lists / dictionaries can organize hospital records.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Calibri"/>
              </a:defRPr>
            </a:pPr>
            <a:r>
              <a:t>• Input and validation control the program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617720"/>
            <a:ext cx="2331720" cy="868680"/>
          </a:xfrm>
          <a:prstGeom prst="roundRect">
            <a:avLst/>
          </a:prstGeom>
          <a:solidFill>
            <a:srgbClr val="EEF8EE"/>
          </a:solidFill>
          <a:ln>
            <a:solidFill>
              <a:srgbClr val="2D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91919"/>
                </a:solidFill>
                <a:latin typeface="Arial"/>
              </a:defRPr>
            </a:pPr>
            <a:r>
              <a:t>Input → Choice → Function → Process →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8. Graphical Representation and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777240"/>
            <a:ext cx="3657600" cy="411480"/>
          </a:xfrm>
          <a:prstGeom prst="roundRect">
            <a:avLst/>
          </a:prstGeom>
          <a:solidFill>
            <a:srgbClr val="20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GRAPHICAL REPRESENTATION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777240"/>
            <a:ext cx="3520440" cy="411480"/>
          </a:xfrm>
          <a:prstGeom prst="roundRect">
            <a:avLst/>
          </a:prstGeom>
          <a:solidFill>
            <a:srgbClr val="20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WORKING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47088" y="2514600"/>
            <a:ext cx="1783080" cy="10515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20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1919"/>
                </a:solidFill>
                <a:latin typeface="Arial"/>
              </a:defRPr>
            </a:pPr>
            <a:r>
              <a:t>HOSPITAL</a:t>
            </a:r>
            <a:br/>
            <a:r>
              <a:t>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417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Patient</a:t>
            </a:r>
            <a:br/>
            <a:r>
              <a:t>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11880"/>
            <a:ext cx="1417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Doctor</a:t>
            </a:r>
            <a:br/>
            <a:r>
              <a:t>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417320"/>
            <a:ext cx="1417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Appointments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611880"/>
            <a:ext cx="1417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4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Medical</a:t>
            </a:r>
            <a:br/>
            <a:r>
              <a:t>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4617720"/>
            <a:ext cx="1417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Billing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617720"/>
            <a:ext cx="1417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Pharmacy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2130552"/>
            <a:ext cx="182880" cy="384048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57400" y="3566160"/>
            <a:ext cx="182880" cy="402336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246120" y="2130552"/>
            <a:ext cx="640080" cy="384048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246120" y="3566160"/>
            <a:ext cx="640080" cy="402336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578608" y="3566160"/>
            <a:ext cx="0" cy="105156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246120" y="3566160"/>
            <a:ext cx="886967" cy="1051560"/>
          </a:xfrm>
          <a:prstGeom prst="line">
            <a:avLst/>
          </a:prstGeom>
          <a:ln w="2286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892040" y="1280160"/>
            <a:ext cx="438912" cy="438912"/>
          </a:xfrm>
          <a:prstGeom prst="ellipse">
            <a:avLst/>
          </a:prstGeom>
          <a:solidFill>
            <a:srgbClr val="2D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2527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9146"/>
                </a:solidFill>
                <a:latin typeface="Arial"/>
              </a:defRPr>
            </a:pPr>
            <a:r>
              <a:t>Registration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1600200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Enter patient details.</a:t>
            </a:r>
          </a:p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Validate and save record.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957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529B"/>
                </a:solidFill>
                <a:latin typeface="Arial"/>
              </a:defRPr>
            </a:pPr>
            <a:r>
              <a:t>Appointments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743200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Select doctor and time.</a:t>
            </a:r>
          </a:p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Update appointment details.</a:t>
            </a:r>
          </a:p>
        </p:txBody>
      </p:sp>
      <p:sp>
        <p:nvSpPr>
          <p:cNvPr id="26" name="Oval 25"/>
          <p:cNvSpPr/>
          <p:nvPr/>
        </p:nvSpPr>
        <p:spPr>
          <a:xfrm>
            <a:off x="4892040" y="3566160"/>
            <a:ext cx="438912" cy="438912"/>
          </a:xfrm>
          <a:prstGeom prst="ellipse">
            <a:avLst/>
          </a:prstGeom>
          <a:solidFill>
            <a:srgbClr val="D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5387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3737"/>
                </a:solidFill>
                <a:latin typeface="Arial"/>
              </a:defRPr>
            </a:pPr>
            <a:r>
              <a:t>Billing &amp; Pharmacy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886200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Calculate charges.</a:t>
            </a:r>
          </a:p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Manage medicine details.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4709160"/>
            <a:ext cx="438912" cy="438912"/>
          </a:xfrm>
          <a:prstGeom prst="ellipse">
            <a:avLst/>
          </a:prstGeom>
          <a:solidFill>
            <a:srgbClr val="734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6817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34BA5"/>
                </a:solidFill>
                <a:latin typeface="Arial"/>
              </a:defRPr>
            </a:pPr>
            <a:r>
              <a:t>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029200"/>
            <a:ext cx="26060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Collect stored information.</a:t>
            </a:r>
          </a:p>
          <a:p>
            <a:pPr>
              <a:spcAft>
                <a:spcPts val="200"/>
              </a:spcAft>
              <a:defRPr sz="1050">
                <a:solidFill>
                  <a:srgbClr val="191919"/>
                </a:solidFill>
                <a:latin typeface="Calibri"/>
              </a:defRPr>
            </a:pPr>
            <a:r>
              <a:t>• Generate summary report.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6280" y="1325880"/>
            <a:ext cx="0" cy="4572000"/>
          </a:xfrm>
          <a:prstGeom prst="line">
            <a:avLst/>
          </a:prstGeom>
          <a:ln w="12700">
            <a:solidFill>
              <a:srgbClr val="8FB2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GitHub Account, Repository &amp;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Create or use a GitHub account and create a repository for the Hospital Management System.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Upload the Python source code and supporting project files.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Use meaningful commit messages such as “Added patient registration module” or “Updated billing logic”.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Use branches or shared repository access for collaboration when multiple members work on the project.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Review changes, merge updates and keep the repository organized with a clear README and file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Individual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Understood the requirements and planned the major modules.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Worked on the Python program structure and menu-driven flow.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Contributed to patient, doctor, appointment and hospital record operations.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Worked on billing, pharmacy management and report-generation logic.</a:t>
            </a:r>
          </a:p>
          <a:p>
            <a:pPr>
              <a:spcAft>
                <a:spcPts val="800"/>
              </a:spcAft>
              <a:defRPr sz="1800">
                <a:solidFill>
                  <a:srgbClr val="191919"/>
                </a:solidFill>
                <a:latin typeface="Calibri"/>
              </a:defRPr>
            </a:pPr>
            <a:r>
              <a:t>• Tested the program flow, corrected logical errors and maintained the project repository with meaningful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8890"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919"/>
                </a:solidFill>
                <a:latin typeface="Arial"/>
              </a:defRPr>
            </a:pPr>
            <a:r>
              <a:t>Expected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" y="6510528"/>
            <a:ext cx="8869680" cy="301752"/>
          </a:xfrm>
          <a:prstGeom prst="rect">
            <a:avLst/>
          </a:prstGeom>
          <a:solidFill>
            <a:srgbClr val="8F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78992"/>
            <a:ext cx="7635240" cy="4498848"/>
          </a:xfrm>
          <a:prstGeom prst="roundRect">
            <a:avLst/>
          </a:prstGeom>
          <a:solidFill>
            <a:srgbClr val="F8F8F8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298448"/>
            <a:ext cx="7132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91919"/>
                </a:solidFill>
                <a:latin typeface="Consolas"/>
              </a:defRPr>
            </a:pPr>
            <a:r>
              <a:t>========== HOSPITAL MANAGEMENT SYSTEM ==========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1. Patient Registration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2. Doctor Management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3. Appointment Management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4. Medical Records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5. Billing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6. Pharmacy Management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7. Generate Reports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8. Exit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Enter your choice: 1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Patient details entered successfully.</a:t>
            </a:r>
          </a:p>
          <a:p>
            <a:pPr>
              <a:spcAft>
                <a:spcPts val="200"/>
              </a:spcAft>
              <a:defRPr sz="1400" b="0">
                <a:solidFill>
                  <a:srgbClr val="191919"/>
                </a:solidFill>
                <a:latin typeface="Consolas"/>
              </a:defRPr>
            </a:pPr>
            <a:r>
              <a:t>Record saved / updated successfully.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70" dirty="0"/>
              <a:t> </a:t>
            </a:r>
            <a:r>
              <a:rPr spc="-25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82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3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3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Technology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3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738</Words>
  <Application>Microsoft Office PowerPoint</Application>
  <PresentationFormat>On-screen Show (4:3)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Times New Roman</vt:lpstr>
      <vt:lpstr>Office Theme</vt:lpstr>
      <vt:lpstr>Experiential Learning Project Assessment-I on “Hospital Management System”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Project Assessment-I on “Hospital Management System”</dc:title>
  <dc:creator>SATISH TABHANE</dc:creator>
  <cp:lastModifiedBy>SATISH TABHANE</cp:lastModifiedBy>
  <cp:revision>3</cp:revision>
  <dcterms:created xsi:type="dcterms:W3CDTF">2026-08-14T15:25:10Z</dcterms:created>
  <dcterms:modified xsi:type="dcterms:W3CDTF">2026-08-17T17:32:50Z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2026-08-14T00:00:00Z</vt:filetime>
  </property>
</Properties>
</file>